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Alcím mintájának szerkesztése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9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7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1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4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9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8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4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7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3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B861D-82D1-4695-92AD-57614E9D036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D66F5-EF2A-40F7-8292-F64F7A065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6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clock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hour-counter rollover, seconds adjustment, increment/decrement behavior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waveforms. It also records debugging of an hour-counter reset problem, which can demonstrate your problem-solving process.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420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5354" y="27803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hour counter does not reset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052" y="1541417"/>
            <a:ext cx="9125895" cy="484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3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46018" y="8645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hour counter resets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2" y="1133078"/>
            <a:ext cx="10515600" cy="3437369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2" y="4680309"/>
            <a:ext cx="6087325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5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83579" y="247513"/>
            <a:ext cx="11588932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that the seconds adjustment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correctly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1052" y="1799500"/>
            <a:ext cx="83161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1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2085" y="1690688"/>
            <a:ext cx="4458322" cy="147658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85" y="3239418"/>
            <a:ext cx="5677692" cy="866896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85" y="4401630"/>
            <a:ext cx="5553850" cy="62873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857" y="1690688"/>
            <a:ext cx="3696216" cy="1790950"/>
          </a:xfrm>
          <a:prstGeom prst="rect">
            <a:avLst/>
          </a:prstGeom>
        </p:spPr>
      </p:pic>
      <p:sp>
        <p:nvSpPr>
          <p:cNvPr id="8" name="Szövegdoboz 7"/>
          <p:cNvSpPr txBox="1"/>
          <p:nvPr/>
        </p:nvSpPr>
        <p:spPr>
          <a:xfrm>
            <a:off x="7382977" y="673964"/>
            <a:ext cx="4711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TB_NumCeas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5857" y="3481638"/>
            <a:ext cx="4077269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97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that the seconds adjustment works correctly on Dec[0]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318" y="1825625"/>
            <a:ext cx="82593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6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9212" y="3162345"/>
            <a:ext cx="5811061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4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7938" y="30697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of adjustment ports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182" y="1690688"/>
            <a:ext cx="5268060" cy="8954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61" y="2586163"/>
            <a:ext cx="5029902" cy="103837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61" y="3732121"/>
            <a:ext cx="6115904" cy="647790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7257936" y="615814"/>
            <a:ext cx="3910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TB_NumCeas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936" y="1476345"/>
            <a:ext cx="472505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– by mistake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470" y="1825625"/>
            <a:ext cx="82550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3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– without error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603" y="1825625"/>
            <a:ext cx="92847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3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554" y="1825625"/>
            <a:ext cx="92628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mistake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Tartalom helye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3431" y="1825625"/>
            <a:ext cx="8185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4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adjustment – increment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279" y="1825625"/>
            <a:ext cx="89174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0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adjustment – decrement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142" y="1825625"/>
            <a:ext cx="89457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66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794" y="1690688"/>
            <a:ext cx="6344535" cy="82879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0" y="2697457"/>
            <a:ext cx="12192000" cy="289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2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235" y="1956254"/>
            <a:ext cx="8665530" cy="4351338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235" y="1327516"/>
            <a:ext cx="519185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14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4753" y="618308"/>
            <a:ext cx="10515600" cy="11782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to the current time using VIO (the DIN_SZS and Load signals)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WhatsApp Video 2026-02-08 at 16.28.5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01990" y="1901100"/>
            <a:ext cx="6461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7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46315" y="3041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(resetting) the seconds (from both SW[1] and SW[0])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WhatsApp Video 2026-02-08 at 16.31.08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5400000">
            <a:off x="3459603" y="2700059"/>
            <a:ext cx="4933404" cy="2792743"/>
          </a:xfrm>
        </p:spPr>
      </p:pic>
    </p:spTree>
    <p:extLst>
      <p:ext uri="{BB962C8B-B14F-4D97-AF65-F5344CB8AC3E}">
        <p14:creationId xmlns:p14="http://schemas.microsoft.com/office/powerpoint/2010/main" val="44819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15685" y="2693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minutes (from BTNU and BTND)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WhatsApp Video 2026-02-09 at 08.16.53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2663" y="1825625"/>
            <a:ext cx="7686675" cy="4351338"/>
          </a:xfrm>
        </p:spPr>
      </p:pic>
    </p:spTree>
    <p:extLst>
      <p:ext uri="{BB962C8B-B14F-4D97-AF65-F5344CB8AC3E}">
        <p14:creationId xmlns:p14="http://schemas.microsoft.com/office/powerpoint/2010/main" val="54747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42109" y="26062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hours (from BTNR and BTNL)</a:t>
            </a:r>
            <a:endParaRPr lang="en-US" sz="4000" dirty="0"/>
          </a:p>
        </p:txBody>
      </p:sp>
      <p:pic>
        <p:nvPicPr>
          <p:cNvPr id="4" name="WhatsApp Video 2026-02-09 at 08.20.51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2663" y="1825625"/>
            <a:ext cx="7686675" cy="4351338"/>
          </a:xfrm>
        </p:spPr>
      </p:pic>
    </p:spTree>
    <p:extLst>
      <p:ext uri="{BB962C8B-B14F-4D97-AF65-F5344CB8AC3E}">
        <p14:creationId xmlns:p14="http://schemas.microsoft.com/office/powerpoint/2010/main" val="378886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50817" y="321582"/>
            <a:ext cx="10515600" cy="1325563"/>
          </a:xfrm>
        </p:spPr>
        <p:txBody>
          <a:bodyPr>
            <a:normAutofit/>
          </a:bodyPr>
          <a:lstStyle/>
          <a:p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 buttons – ILA screenshot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931" y="1825625"/>
            <a:ext cx="8270137" cy="4351338"/>
          </a:xfrm>
          <a:prstGeom prst="rect">
            <a:avLst/>
          </a:prstGeom>
        </p:spPr>
      </p:pic>
      <p:sp>
        <p:nvSpPr>
          <p:cNvPr id="3" name="Lekerekített téglalap 2"/>
          <p:cNvSpPr/>
          <p:nvPr/>
        </p:nvSpPr>
        <p:spPr>
          <a:xfrm>
            <a:off x="1960931" y="3169920"/>
            <a:ext cx="8270137" cy="51380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6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 buttons – ILA screenshot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8451" y="1825625"/>
            <a:ext cx="8575097" cy="4351338"/>
          </a:xfrm>
          <a:prstGeom prst="rect">
            <a:avLst/>
          </a:prstGeom>
        </p:spPr>
      </p:pic>
      <p:sp>
        <p:nvSpPr>
          <p:cNvPr id="5" name="Lekerekített téglalap 4"/>
          <p:cNvSpPr/>
          <p:nvPr/>
        </p:nvSpPr>
        <p:spPr>
          <a:xfrm>
            <a:off x="1808452" y="2481942"/>
            <a:ext cx="8575096" cy="59218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9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61257" y="365125"/>
            <a:ext cx="11730446" cy="1325563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that, after inserting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debouncers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hours and minutes can be incremented or decremented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WhatsApp Video 2026-02-09 at 08.48.08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2663" y="1825625"/>
            <a:ext cx="7686675" cy="4351338"/>
          </a:xfrm>
        </p:spPr>
      </p:pic>
    </p:spTree>
    <p:extLst>
      <p:ext uri="{BB962C8B-B14F-4D97-AF65-F5344CB8AC3E}">
        <p14:creationId xmlns:p14="http://schemas.microsoft.com/office/powerpoint/2010/main" val="270289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169</Words>
  <Application>Microsoft Office PowerPoint</Application>
  <PresentationFormat>Szélesvásznú</PresentationFormat>
  <Paragraphs>26</Paragraphs>
  <Slides>23</Slides>
  <Notes>0</Notes>
  <HiddenSlides>0</HiddenSlides>
  <MMClips>5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Office-téma</vt:lpstr>
      <vt:lpstr>Digital clock</vt:lpstr>
      <vt:lpstr>The hour counter does not reset</vt:lpstr>
      <vt:lpstr>The hour counter resets</vt:lpstr>
      <vt:lpstr>Demonstrating that the seconds adjustment works correctly on Inc[0]</vt:lpstr>
      <vt:lpstr>Code</vt:lpstr>
      <vt:lpstr>Demonstrating that the seconds adjustment works correctly on Dec[0]</vt:lpstr>
      <vt:lpstr>Code</vt:lpstr>
      <vt:lpstr>The logic of adjustment ports</vt:lpstr>
      <vt:lpstr>Increment – by mistake</vt:lpstr>
      <vt:lpstr>Increment – without error</vt:lpstr>
      <vt:lpstr>Decrement</vt:lpstr>
      <vt:lpstr>Decrement – without mistake</vt:lpstr>
      <vt:lpstr>Time adjustment – increment</vt:lpstr>
      <vt:lpstr>Time adjustment – decrement</vt:lpstr>
      <vt:lpstr>TC</vt:lpstr>
      <vt:lpstr>TC</vt:lpstr>
      <vt:lpstr>PowerPoint bemutató</vt:lpstr>
      <vt:lpstr>Adjusting (resetting) the seconds (from both SW[1] and SW[0])</vt:lpstr>
      <vt:lpstr>Adjusting the minutes (from BTNU and BTND)</vt:lpstr>
      <vt:lpstr>Adjustment of hours (from BTNR and BTNL)</vt:lpstr>
      <vt:lpstr>Increment buttons – ILA screenshot</vt:lpstr>
      <vt:lpstr>Decrement buttons – ILA screenshot</vt:lpstr>
      <vt:lpstr>Demonstration that, after inserting the debouncers, the hours and minutes can be incremented or decremented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05-06</dc:title>
  <dc:creator>Zsolt</dc:creator>
  <cp:lastModifiedBy>Zsolt</cp:lastModifiedBy>
  <cp:revision>26</cp:revision>
  <dcterms:created xsi:type="dcterms:W3CDTF">2025-11-29T15:23:06Z</dcterms:created>
  <dcterms:modified xsi:type="dcterms:W3CDTF">2026-10-12T08:57:44Z</dcterms:modified>
</cp:coreProperties>
</file>